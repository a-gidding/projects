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43891200" cy="32918400"/>
  <p:notesSz cx="9236075" cy="70104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D137"/>
    <a:srgbClr val="FCC036"/>
    <a:srgbClr val="E1C4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9AB4D8-F461-4B71-A558-4AD942921C8D}" v="13" dt="2026-07-17T20:54:36.107"/>
    <p1510:client id="{54479501-0ABE-44E5-8B50-86E7046B4D70}" v="16" dt="2026-07-18T01:34:51.112"/>
    <p1510:client id="{CC413285-396B-4A03-8F3D-993BAFBC6DE4}" v="9" dt="2026-07-18T03:15:15.9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p:cViewPr varScale="1">
        <p:scale>
          <a:sx n="20" d="100"/>
          <a:sy n="20" d="100"/>
        </p:scale>
        <p:origin x="1435" y="53"/>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Giddings" userId="c6c6568466513696" providerId="LiveId" clId="{B591E657-6832-4993-A639-1B098FB62D86}"/>
    <pc:docChg chg="modSld">
      <pc:chgData name="Amanda Giddings" userId="c6c6568466513696" providerId="LiveId" clId="{B591E657-6832-4993-A639-1B098FB62D86}" dt="2026-07-18T03:15:15.920" v="12"/>
      <pc:docMkLst>
        <pc:docMk/>
      </pc:docMkLst>
      <pc:sldChg chg="addSp delSp modSp mod modTransition modAnim">
        <pc:chgData name="Amanda Giddings" userId="c6c6568466513696" providerId="LiveId" clId="{B591E657-6832-4993-A639-1B098FB62D86}" dt="2026-07-18T03:15:15.920" v="12"/>
        <pc:sldMkLst>
          <pc:docMk/>
          <pc:sldMk cId="1860941145" sldId="256"/>
        </pc:sldMkLst>
        <pc:picChg chg="add del mod">
          <ac:chgData name="Amanda Giddings" userId="c6c6568466513696" providerId="LiveId" clId="{B591E657-6832-4993-A639-1B098FB62D86}" dt="2026-07-18T03:06:03.508" v="2"/>
          <ac:picMkLst>
            <pc:docMk/>
            <pc:sldMk cId="1860941145" sldId="256"/>
            <ac:picMk id="19" creationId="{18782C39-D992-92CF-D5DE-9D678EB8B9F4}"/>
          </ac:picMkLst>
        </pc:picChg>
        <pc:picChg chg="add del mod ord">
          <ac:chgData name="Amanda Giddings" userId="c6c6568466513696" providerId="LiveId" clId="{B591E657-6832-4993-A639-1B098FB62D86}" dt="2026-07-18T03:07:59.318" v="3"/>
          <ac:picMkLst>
            <pc:docMk/>
            <pc:sldMk cId="1860941145" sldId="256"/>
            <ac:picMk id="23" creationId="{4D29FA28-DF9A-8750-E31A-3002FAD8309A}"/>
          </ac:picMkLst>
        </pc:picChg>
        <pc:picChg chg="add del mod">
          <ac:chgData name="Amanda Giddings" userId="c6c6568466513696" providerId="LiveId" clId="{B591E657-6832-4993-A639-1B098FB62D86}" dt="2026-07-18T03:08:09.254" v="5"/>
          <ac:picMkLst>
            <pc:docMk/>
            <pc:sldMk cId="1860941145" sldId="256"/>
            <ac:picMk id="28" creationId="{47A1368A-8DA7-934F-D2BD-C9A7E34A4512}"/>
          </ac:picMkLst>
        </pc:picChg>
        <pc:picChg chg="add del mod ord">
          <ac:chgData name="Amanda Giddings" userId="c6c6568466513696" providerId="LiveId" clId="{B591E657-6832-4993-A639-1B098FB62D86}" dt="2026-07-18T03:10:42.595" v="6"/>
          <ac:picMkLst>
            <pc:docMk/>
            <pc:sldMk cId="1860941145" sldId="256"/>
            <ac:picMk id="33" creationId="{D45333F8-790D-860A-D1F7-1FB10BB98791}"/>
          </ac:picMkLst>
        </pc:picChg>
        <pc:picChg chg="add del mod">
          <ac:chgData name="Amanda Giddings" userId="c6c6568466513696" providerId="LiveId" clId="{B591E657-6832-4993-A639-1B098FB62D86}" dt="2026-07-18T03:11:06.753" v="8"/>
          <ac:picMkLst>
            <pc:docMk/>
            <pc:sldMk cId="1860941145" sldId="256"/>
            <ac:picMk id="34" creationId="{5089B9B3-3F2D-9AB8-01D1-FA63DB2490F5}"/>
          </ac:picMkLst>
        </pc:picChg>
        <pc:picChg chg="add del mod ord">
          <ac:chgData name="Amanda Giddings" userId="c6c6568466513696" providerId="LiveId" clId="{B591E657-6832-4993-A639-1B098FB62D86}" dt="2026-07-18T03:12:10.445" v="9"/>
          <ac:picMkLst>
            <pc:docMk/>
            <pc:sldMk cId="1860941145" sldId="256"/>
            <ac:picMk id="38" creationId="{21C4D78F-FA06-A86F-645E-AE381FD0D48A}"/>
          </ac:picMkLst>
        </pc:picChg>
        <pc:picChg chg="add del mod">
          <ac:chgData name="Amanda Giddings" userId="c6c6568466513696" providerId="LiveId" clId="{B591E657-6832-4993-A639-1B098FB62D86}" dt="2026-07-18T03:12:40.188" v="11"/>
          <ac:picMkLst>
            <pc:docMk/>
            <pc:sldMk cId="1860941145" sldId="256"/>
            <ac:picMk id="39" creationId="{8F413E5D-6149-3F4D-2A03-1CE1B0F81C4F}"/>
          </ac:picMkLst>
        </pc:picChg>
        <pc:picChg chg="add del mod ord">
          <ac:chgData name="Amanda Giddings" userId="c6c6568466513696" providerId="LiveId" clId="{B591E657-6832-4993-A639-1B098FB62D86}" dt="2026-07-18T03:15:15.920" v="12"/>
          <ac:picMkLst>
            <pc:docMk/>
            <pc:sldMk cId="1860941145" sldId="256"/>
            <ac:picMk id="43" creationId="{8BF67C0D-31D8-C33A-DC7B-AB91D7440C08}"/>
          </ac:picMkLst>
        </pc:picChg>
        <pc:picChg chg="add mod">
          <ac:chgData name="Amanda Giddings" userId="c6c6568466513696" providerId="LiveId" clId="{B591E657-6832-4993-A639-1B098FB62D86}" dt="2026-07-18T03:15:15.920" v="12"/>
          <ac:picMkLst>
            <pc:docMk/>
            <pc:sldMk cId="1860941145" sldId="256"/>
            <ac:picMk id="44" creationId="{475D5E18-F9C7-5964-1B92-B06D8C74B09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02299" cy="350520"/>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5232173" y="0"/>
            <a:ext cx="4002299" cy="350520"/>
          </a:xfrm>
          <a:prstGeom prst="rect">
            <a:avLst/>
          </a:prstGeom>
        </p:spPr>
        <p:txBody>
          <a:bodyPr vert="horz" lIns="92830" tIns="46415" rIns="92830" bIns="46415" rtlCol="0"/>
          <a:lstStyle>
            <a:lvl1pPr algn="r">
              <a:defRPr sz="1200"/>
            </a:lvl1pPr>
          </a:lstStyle>
          <a:p>
            <a:fld id="{4630C8D4-7514-4B4D-AD38-00388A4F95B1}" type="datetimeFigureOut">
              <a:rPr lang="en-US" smtClean="0"/>
              <a:t>7/17/2026</a:t>
            </a:fld>
            <a:endParaRPr lang="en-US"/>
          </a:p>
        </p:txBody>
      </p:sp>
      <p:sp>
        <p:nvSpPr>
          <p:cNvPr id="4" name="Slide Image Placeholder 3"/>
          <p:cNvSpPr>
            <a:spLocks noGrp="1" noRot="1" noChangeAspect="1"/>
          </p:cNvSpPr>
          <p:nvPr>
            <p:ph type="sldImg" idx="2"/>
          </p:nvPr>
        </p:nvSpPr>
        <p:spPr>
          <a:xfrm>
            <a:off x="2865438" y="525463"/>
            <a:ext cx="3505200" cy="262890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923608" y="3329940"/>
            <a:ext cx="7388860" cy="3154680"/>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258"/>
            <a:ext cx="4002299" cy="350520"/>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5232173" y="6658258"/>
            <a:ext cx="4002299" cy="350520"/>
          </a:xfrm>
          <a:prstGeom prst="rect">
            <a:avLst/>
          </a:prstGeom>
        </p:spPr>
        <p:txBody>
          <a:bodyPr vert="horz" lIns="92830" tIns="46415" rIns="92830" bIns="46415" rtlCol="0" anchor="b"/>
          <a:lstStyle>
            <a:lvl1pPr algn="r">
              <a:defRPr sz="1200"/>
            </a:lvl1pPr>
          </a:lstStyle>
          <a:p>
            <a:fld id="{647CC42E-183F-49AA-B398-26735775CE5B}" type="slidenum">
              <a:rPr lang="en-US" smtClean="0"/>
              <a:t>‹#›</a:t>
            </a:fld>
            <a:endParaRPr lang="en-US"/>
          </a:p>
        </p:txBody>
      </p:sp>
    </p:spTree>
    <p:extLst>
      <p:ext uri="{BB962C8B-B14F-4D97-AF65-F5344CB8AC3E}">
        <p14:creationId xmlns:p14="http://schemas.microsoft.com/office/powerpoint/2010/main" val="5569763"/>
      </p:ext>
    </p:extLst>
  </p:cSld>
  <p:clrMap bg1="lt1" tx1="dk1" bg2="lt2" tx2="dk2" accent1="accent1" accent2="accent2" accent3="accent3" accent4="accent4" accent5="accent5" accent6="accent6" hlink="hlink" folHlink="folHlink"/>
  <p:notesStyle>
    <a:lvl1pPr marL="0" algn="l" defTabSz="4389120" rtl="0" eaLnBrk="1" latinLnBrk="0" hangingPunct="1">
      <a:defRPr sz="5800" kern="1200">
        <a:solidFill>
          <a:schemeClr val="tx1"/>
        </a:solidFill>
        <a:latin typeface="+mn-lt"/>
        <a:ea typeface="+mn-ea"/>
        <a:cs typeface="+mn-cs"/>
      </a:defRPr>
    </a:lvl1pPr>
    <a:lvl2pPr marL="2194560" algn="l" defTabSz="4389120" rtl="0" eaLnBrk="1" latinLnBrk="0" hangingPunct="1">
      <a:defRPr sz="5800" kern="1200">
        <a:solidFill>
          <a:schemeClr val="tx1"/>
        </a:solidFill>
        <a:latin typeface="+mn-lt"/>
        <a:ea typeface="+mn-ea"/>
        <a:cs typeface="+mn-cs"/>
      </a:defRPr>
    </a:lvl2pPr>
    <a:lvl3pPr marL="4389120" algn="l" defTabSz="4389120" rtl="0" eaLnBrk="1" latinLnBrk="0" hangingPunct="1">
      <a:defRPr sz="5800" kern="1200">
        <a:solidFill>
          <a:schemeClr val="tx1"/>
        </a:solidFill>
        <a:latin typeface="+mn-lt"/>
        <a:ea typeface="+mn-ea"/>
        <a:cs typeface="+mn-cs"/>
      </a:defRPr>
    </a:lvl3pPr>
    <a:lvl4pPr marL="6583680" algn="l" defTabSz="4389120" rtl="0" eaLnBrk="1" latinLnBrk="0" hangingPunct="1">
      <a:defRPr sz="5800" kern="1200">
        <a:solidFill>
          <a:schemeClr val="tx1"/>
        </a:solidFill>
        <a:latin typeface="+mn-lt"/>
        <a:ea typeface="+mn-ea"/>
        <a:cs typeface="+mn-cs"/>
      </a:defRPr>
    </a:lvl4pPr>
    <a:lvl5pPr marL="8778240" algn="l" defTabSz="4389120" rtl="0" eaLnBrk="1" latinLnBrk="0" hangingPunct="1">
      <a:defRPr sz="5800" kern="1200">
        <a:solidFill>
          <a:schemeClr val="tx1"/>
        </a:solidFill>
        <a:latin typeface="+mn-lt"/>
        <a:ea typeface="+mn-ea"/>
        <a:cs typeface="+mn-cs"/>
      </a:defRPr>
    </a:lvl5pPr>
    <a:lvl6pPr marL="10972800" algn="l" defTabSz="4389120" rtl="0" eaLnBrk="1" latinLnBrk="0" hangingPunct="1">
      <a:defRPr sz="5800" kern="1200">
        <a:solidFill>
          <a:schemeClr val="tx1"/>
        </a:solidFill>
        <a:latin typeface="+mn-lt"/>
        <a:ea typeface="+mn-ea"/>
        <a:cs typeface="+mn-cs"/>
      </a:defRPr>
    </a:lvl6pPr>
    <a:lvl7pPr marL="13167360" algn="l" defTabSz="4389120" rtl="0" eaLnBrk="1" latinLnBrk="0" hangingPunct="1">
      <a:defRPr sz="5800" kern="1200">
        <a:solidFill>
          <a:schemeClr val="tx1"/>
        </a:solidFill>
        <a:latin typeface="+mn-lt"/>
        <a:ea typeface="+mn-ea"/>
        <a:cs typeface="+mn-cs"/>
      </a:defRPr>
    </a:lvl7pPr>
    <a:lvl8pPr marL="15361920" algn="l" defTabSz="4389120" rtl="0" eaLnBrk="1" latinLnBrk="0" hangingPunct="1">
      <a:defRPr sz="5800" kern="1200">
        <a:solidFill>
          <a:schemeClr val="tx1"/>
        </a:solidFill>
        <a:latin typeface="+mn-lt"/>
        <a:ea typeface="+mn-ea"/>
        <a:cs typeface="+mn-cs"/>
      </a:defRPr>
    </a:lvl8pPr>
    <a:lvl9pPr marL="17556480" algn="l" defTabSz="438912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0084F84-3434-4763-9D89-928B4912ECE0}"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1FD3CF-2C1F-499C-9587-FA4BEA7F3E3C}" type="slidenum">
              <a:rPr lang="en-US" smtClean="0"/>
              <a:t>‹#›</a:t>
            </a:fld>
            <a:endParaRPr lang="en-US"/>
          </a:p>
        </p:txBody>
      </p:sp>
      <p:sp>
        <p:nvSpPr>
          <p:cNvPr id="7" name="bk object 16"/>
          <p:cNvSpPr/>
          <p:nvPr userDrawn="1"/>
        </p:nvSpPr>
        <p:spPr>
          <a:xfrm>
            <a:off x="0" y="1"/>
            <a:ext cx="43891200" cy="3987317"/>
          </a:xfrm>
          <a:custGeom>
            <a:avLst/>
            <a:gdLst/>
            <a:ahLst/>
            <a:cxnLst/>
            <a:rect l="l" t="t" r="r" b="b"/>
            <a:pathLst>
              <a:path w="20104100" h="1166495">
                <a:moveTo>
                  <a:pt x="0" y="1166224"/>
                </a:moveTo>
                <a:lnTo>
                  <a:pt x="20104099" y="1166224"/>
                </a:lnTo>
                <a:lnTo>
                  <a:pt x="20104099" y="0"/>
                </a:lnTo>
                <a:lnTo>
                  <a:pt x="0" y="0"/>
                </a:lnTo>
                <a:lnTo>
                  <a:pt x="0" y="1166224"/>
                </a:lnTo>
                <a:close/>
              </a:path>
            </a:pathLst>
          </a:custGeom>
          <a:solidFill>
            <a:srgbClr val="FFC000"/>
          </a:solidFill>
        </p:spPr>
        <p:txBody>
          <a:bodyPr wrap="square" lIns="0" tIns="0" rIns="0" bIns="0" rtlCol="0"/>
          <a:lstStyle/>
          <a:p>
            <a:endParaRPr/>
          </a:p>
        </p:txBody>
      </p:sp>
      <p:sp>
        <p:nvSpPr>
          <p:cNvPr id="8" name="bk object 16"/>
          <p:cNvSpPr/>
          <p:nvPr userDrawn="1"/>
        </p:nvSpPr>
        <p:spPr>
          <a:xfrm>
            <a:off x="0" y="32423100"/>
            <a:ext cx="44043600" cy="495300"/>
          </a:xfrm>
          <a:custGeom>
            <a:avLst/>
            <a:gdLst/>
            <a:ahLst/>
            <a:cxnLst/>
            <a:rect l="l" t="t" r="r" b="b"/>
            <a:pathLst>
              <a:path w="20104100" h="1166495">
                <a:moveTo>
                  <a:pt x="0" y="1166224"/>
                </a:moveTo>
                <a:lnTo>
                  <a:pt x="20104099" y="1166224"/>
                </a:lnTo>
                <a:lnTo>
                  <a:pt x="20104099" y="0"/>
                </a:lnTo>
                <a:lnTo>
                  <a:pt x="0" y="0"/>
                </a:lnTo>
                <a:lnTo>
                  <a:pt x="0" y="1166224"/>
                </a:lnTo>
                <a:close/>
              </a:path>
            </a:pathLst>
          </a:custGeom>
          <a:solidFill>
            <a:srgbClr val="FFC000"/>
          </a:solidFill>
        </p:spPr>
        <p:txBody>
          <a:bodyPr wrap="square" lIns="0" tIns="0" rIns="0" bIns="0" rtlCol="0"/>
          <a:lstStyle/>
          <a:p>
            <a:endParaRPr/>
          </a:p>
        </p:txBody>
      </p:sp>
    </p:spTree>
    <p:extLst>
      <p:ext uri="{BB962C8B-B14F-4D97-AF65-F5344CB8AC3E}">
        <p14:creationId xmlns:p14="http://schemas.microsoft.com/office/powerpoint/2010/main" val="3099741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084F84-3434-4763-9D89-928B4912ECE0}"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1FD3CF-2C1F-499C-9587-FA4BEA7F3E3C}" type="slidenum">
              <a:rPr lang="en-US" smtClean="0"/>
              <a:t>‹#›</a:t>
            </a:fld>
            <a:endParaRPr lang="en-US"/>
          </a:p>
        </p:txBody>
      </p:sp>
    </p:spTree>
    <p:extLst>
      <p:ext uri="{BB962C8B-B14F-4D97-AF65-F5344CB8AC3E}">
        <p14:creationId xmlns:p14="http://schemas.microsoft.com/office/powerpoint/2010/main" val="1912177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122"/>
            <a:ext cx="37307520" cy="653796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3"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84F84-3434-4763-9D89-928B4912ECE0}"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1FD3CF-2C1F-499C-9587-FA4BEA7F3E3C}" type="slidenum">
              <a:rPr lang="en-US" smtClean="0"/>
              <a:t>‹#›</a:t>
            </a:fld>
            <a:endParaRPr lang="en-US"/>
          </a:p>
        </p:txBody>
      </p:sp>
    </p:spTree>
    <p:extLst>
      <p:ext uri="{BB962C8B-B14F-4D97-AF65-F5344CB8AC3E}">
        <p14:creationId xmlns:p14="http://schemas.microsoft.com/office/powerpoint/2010/main" val="4260720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901944" y="49156623"/>
            <a:ext cx="70736457" cy="139042138"/>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9369923" y="49156623"/>
            <a:ext cx="70736463" cy="139042138"/>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084F84-3434-4763-9D89-928B4912ECE0}"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1FD3CF-2C1F-499C-9587-FA4BEA7F3E3C}" type="slidenum">
              <a:rPr lang="en-US" smtClean="0"/>
              <a:t>‹#›</a:t>
            </a:fld>
            <a:endParaRPr lang="en-US"/>
          </a:p>
        </p:txBody>
      </p:sp>
    </p:spTree>
    <p:extLst>
      <p:ext uri="{BB962C8B-B14F-4D97-AF65-F5344CB8AC3E}">
        <p14:creationId xmlns:p14="http://schemas.microsoft.com/office/powerpoint/2010/main" val="2387977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1" y="7368543"/>
            <a:ext cx="19392903"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1" y="10439401"/>
            <a:ext cx="19392903"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3" y="7368543"/>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3" y="10439401"/>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0084F84-3434-4763-9D89-928B4912ECE0}"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1FD3CF-2C1F-499C-9587-FA4BEA7F3E3C}" type="slidenum">
              <a:rPr lang="en-US" smtClean="0"/>
              <a:t>‹#›</a:t>
            </a:fld>
            <a:endParaRPr lang="en-US"/>
          </a:p>
        </p:txBody>
      </p:sp>
    </p:spTree>
    <p:extLst>
      <p:ext uri="{BB962C8B-B14F-4D97-AF65-F5344CB8AC3E}">
        <p14:creationId xmlns:p14="http://schemas.microsoft.com/office/powerpoint/2010/main" val="2069884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0084F84-3434-4763-9D89-928B4912ECE0}" type="datetimeFigureOut">
              <a:rPr lang="en-US" smtClean="0"/>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1FD3CF-2C1F-499C-9587-FA4BEA7F3E3C}" type="slidenum">
              <a:rPr lang="en-US" smtClean="0"/>
              <a:t>‹#›</a:t>
            </a:fld>
            <a:endParaRPr lang="en-US"/>
          </a:p>
        </p:txBody>
      </p:sp>
    </p:spTree>
    <p:extLst>
      <p:ext uri="{BB962C8B-B14F-4D97-AF65-F5344CB8AC3E}">
        <p14:creationId xmlns:p14="http://schemas.microsoft.com/office/powerpoint/2010/main" val="1819821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084F84-3434-4763-9D89-928B4912ECE0}" type="datetimeFigureOut">
              <a:rPr lang="en-US" smtClean="0"/>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1FD3CF-2C1F-499C-9587-FA4BEA7F3E3C}" type="slidenum">
              <a:rPr lang="en-US" smtClean="0"/>
              <a:t>‹#›</a:t>
            </a:fld>
            <a:endParaRPr lang="en-US"/>
          </a:p>
        </p:txBody>
      </p:sp>
    </p:spTree>
    <p:extLst>
      <p:ext uri="{BB962C8B-B14F-4D97-AF65-F5344CB8AC3E}">
        <p14:creationId xmlns:p14="http://schemas.microsoft.com/office/powerpoint/2010/main" val="2930071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3" cy="5577840"/>
          </a:xfr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3"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E0084F84-3434-4763-9D89-928B4912ECE0}"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1FD3CF-2C1F-499C-9587-FA4BEA7F3E3C}" type="slidenum">
              <a:rPr lang="en-US" smtClean="0"/>
              <a:t>‹#›</a:t>
            </a:fld>
            <a:endParaRPr lang="en-US"/>
          </a:p>
        </p:txBody>
      </p:sp>
    </p:spTree>
    <p:extLst>
      <p:ext uri="{BB962C8B-B14F-4D97-AF65-F5344CB8AC3E}">
        <p14:creationId xmlns:p14="http://schemas.microsoft.com/office/powerpoint/2010/main" val="14383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3" y="23042881"/>
            <a:ext cx="26334720" cy="2720342"/>
          </a:xfr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3"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3" y="25763223"/>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E0084F84-3434-4763-9D89-928B4912ECE0}"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1FD3CF-2C1F-499C-9587-FA4BEA7F3E3C}" type="slidenum">
              <a:rPr lang="en-US" smtClean="0"/>
              <a:t>‹#›</a:t>
            </a:fld>
            <a:endParaRPr lang="en-US"/>
          </a:p>
        </p:txBody>
      </p:sp>
    </p:spTree>
    <p:extLst>
      <p:ext uri="{BB962C8B-B14F-4D97-AF65-F5344CB8AC3E}">
        <p14:creationId xmlns:p14="http://schemas.microsoft.com/office/powerpoint/2010/main" val="2600994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084F84-3434-4763-9D89-928B4912ECE0}"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1FD3CF-2C1F-499C-9587-FA4BEA7F3E3C}" type="slidenum">
              <a:rPr lang="en-US" smtClean="0"/>
              <a:t>‹#›</a:t>
            </a:fld>
            <a:endParaRPr lang="en-US"/>
          </a:p>
        </p:txBody>
      </p:sp>
    </p:spTree>
    <p:extLst>
      <p:ext uri="{BB962C8B-B14F-4D97-AF65-F5344CB8AC3E}">
        <p14:creationId xmlns:p14="http://schemas.microsoft.com/office/powerpoint/2010/main" val="4272035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4559081" y="8435343"/>
            <a:ext cx="35547303" cy="17976341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901946" y="8435343"/>
            <a:ext cx="105925617" cy="179763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084F84-3434-4763-9D89-928B4912ECE0}"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1FD3CF-2C1F-499C-9587-FA4BEA7F3E3C}" type="slidenum">
              <a:rPr lang="en-US" smtClean="0"/>
              <a:t>‹#›</a:t>
            </a:fld>
            <a:endParaRPr lang="en-US"/>
          </a:p>
        </p:txBody>
      </p:sp>
    </p:spTree>
    <p:extLst>
      <p:ext uri="{BB962C8B-B14F-4D97-AF65-F5344CB8AC3E}">
        <p14:creationId xmlns:p14="http://schemas.microsoft.com/office/powerpoint/2010/main" val="2954328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E0084F84-3434-4763-9D89-928B4912ECE0}" type="datetimeFigureOut">
              <a:rPr lang="en-US" smtClean="0"/>
              <a:t>7/17/2026</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251FD3CF-2C1F-499C-9587-FA4BEA7F3E3C}" type="slidenum">
              <a:rPr lang="en-US" smtClean="0"/>
              <a:t>‹#›</a:t>
            </a:fld>
            <a:endParaRPr lang="en-US"/>
          </a:p>
        </p:txBody>
      </p:sp>
    </p:spTree>
    <p:extLst>
      <p:ext uri="{BB962C8B-B14F-4D97-AF65-F5344CB8AC3E}">
        <p14:creationId xmlns:p14="http://schemas.microsoft.com/office/powerpoint/2010/main" val="3172980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12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4389120" rtl="0" eaLnBrk="1" latinLnBrk="0" hangingPunct="1">
        <a:spcBef>
          <a:spcPct val="20000"/>
        </a:spcBef>
        <a:buFont typeface="Arial" panose="020B0604020202020204"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anose="020B0604020202020204" pitchFamily="34" charset="0"/>
        <a:buChar char="–"/>
        <a:defRPr sz="134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20204" pitchFamily="34" charset="0"/>
        <a:buChar char="•"/>
        <a:defRPr sz="11500" kern="1200">
          <a:solidFill>
            <a:schemeClr val="tx1"/>
          </a:solidFill>
          <a:latin typeface="+mn-lt"/>
          <a:ea typeface="+mn-ea"/>
          <a:cs typeface="+mn-cs"/>
        </a:defRPr>
      </a:lvl3pPr>
      <a:lvl4pPr marL="768096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4pPr>
      <a:lvl5pPr marL="987552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5pPr>
      <a:lvl6pPr marL="1207008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xml"/><Relationship Id="rId7" Type="http://schemas.openxmlformats.org/officeDocument/2006/relationships/image" Target="../media/image4.jp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17">
            <a:extLst>
              <a:ext uri="{FF2B5EF4-FFF2-40B4-BE49-F238E27FC236}">
                <a16:creationId xmlns:a16="http://schemas.microsoft.com/office/drawing/2014/main" id="{826623C9-9D2A-4EFD-9F01-5866ACE04DEF}"/>
              </a:ext>
            </a:extLst>
          </p:cNvPr>
          <p:cNvSpPr>
            <a:spLocks noChangeArrowheads="1"/>
          </p:cNvSpPr>
          <p:nvPr/>
        </p:nvSpPr>
        <p:spPr bwMode="auto">
          <a:xfrm>
            <a:off x="1905000" y="20106801"/>
            <a:ext cx="9753600" cy="7746422"/>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nchor="ctr"/>
          <a:lstStyle/>
          <a:p>
            <a:pPr algn="ctr" defTabSz="4388048"/>
            <a:endParaRPr lang="en-US" sz="4200" dirty="0"/>
          </a:p>
        </p:txBody>
      </p:sp>
      <p:sp>
        <p:nvSpPr>
          <p:cNvPr id="4" name="AutoShape 17"/>
          <p:cNvSpPr>
            <a:spLocks noChangeArrowheads="1"/>
          </p:cNvSpPr>
          <p:nvPr/>
        </p:nvSpPr>
        <p:spPr bwMode="auto">
          <a:xfrm>
            <a:off x="1981200" y="4681969"/>
            <a:ext cx="9753600" cy="6858000"/>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nchor="ctr"/>
          <a:lstStyle/>
          <a:p>
            <a:pPr algn="ctr" defTabSz="4388048"/>
            <a:endParaRPr lang="en-US" sz="4200"/>
          </a:p>
        </p:txBody>
      </p:sp>
      <p:sp>
        <p:nvSpPr>
          <p:cNvPr id="8" name="AutoShape 17"/>
          <p:cNvSpPr>
            <a:spLocks noChangeArrowheads="1"/>
          </p:cNvSpPr>
          <p:nvPr/>
        </p:nvSpPr>
        <p:spPr bwMode="auto">
          <a:xfrm>
            <a:off x="13106400" y="4495801"/>
            <a:ext cx="17678400" cy="27508199"/>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nchor="ctr"/>
          <a:lstStyle/>
          <a:p>
            <a:pPr algn="ctr" defTabSz="4388048"/>
            <a:endParaRPr lang="en-US" sz="4200" dirty="0">
              <a:latin typeface="Arial" panose="020B0604020202020204" pitchFamily="34" charset="0"/>
              <a:cs typeface="Arial" panose="020B0604020202020204" pitchFamily="34" charset="0"/>
            </a:endParaRPr>
          </a:p>
        </p:txBody>
      </p:sp>
      <p:sp>
        <p:nvSpPr>
          <p:cNvPr id="9" name="Text Box 19"/>
          <p:cNvSpPr txBox="1">
            <a:spLocks noChangeArrowheads="1"/>
          </p:cNvSpPr>
          <p:nvPr/>
        </p:nvSpPr>
        <p:spPr bwMode="auto">
          <a:xfrm>
            <a:off x="13944600" y="4991100"/>
            <a:ext cx="16078200" cy="265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lstStyle>
            <a:lvl1pPr defTabSz="3343275">
              <a:defRPr>
                <a:solidFill>
                  <a:schemeClr val="tx1"/>
                </a:solidFill>
                <a:latin typeface="Arial" charset="0"/>
              </a:defRPr>
            </a:lvl1pPr>
            <a:lvl2pPr defTabSz="3343275">
              <a:defRPr>
                <a:solidFill>
                  <a:schemeClr val="tx1"/>
                </a:solidFill>
                <a:latin typeface="Arial" charset="0"/>
              </a:defRPr>
            </a:lvl2pPr>
            <a:lvl3pPr defTabSz="3343275">
              <a:defRPr>
                <a:solidFill>
                  <a:schemeClr val="tx1"/>
                </a:solidFill>
                <a:latin typeface="Arial" charset="0"/>
              </a:defRPr>
            </a:lvl3pPr>
            <a:lvl4pPr defTabSz="3343275">
              <a:defRPr>
                <a:solidFill>
                  <a:schemeClr val="tx1"/>
                </a:solidFill>
                <a:latin typeface="Arial" charset="0"/>
              </a:defRPr>
            </a:lvl4pPr>
            <a:lvl5pPr defTabSz="3343275">
              <a:defRPr>
                <a:solidFill>
                  <a:schemeClr val="tx1"/>
                </a:solidFill>
                <a:latin typeface="Arial" charset="0"/>
              </a:defRPr>
            </a:lvl5pPr>
            <a:lvl6pPr defTabSz="3343275" fontAlgn="base">
              <a:spcBef>
                <a:spcPct val="0"/>
              </a:spcBef>
              <a:spcAft>
                <a:spcPct val="0"/>
              </a:spcAft>
              <a:defRPr>
                <a:solidFill>
                  <a:schemeClr val="tx1"/>
                </a:solidFill>
                <a:latin typeface="Arial" charset="0"/>
              </a:defRPr>
            </a:lvl6pPr>
            <a:lvl7pPr defTabSz="3343275" fontAlgn="base">
              <a:spcBef>
                <a:spcPct val="0"/>
              </a:spcBef>
              <a:spcAft>
                <a:spcPct val="0"/>
              </a:spcAft>
              <a:defRPr>
                <a:solidFill>
                  <a:schemeClr val="tx1"/>
                </a:solidFill>
                <a:latin typeface="Arial" charset="0"/>
              </a:defRPr>
            </a:lvl7pPr>
            <a:lvl8pPr defTabSz="3343275" fontAlgn="base">
              <a:spcBef>
                <a:spcPct val="0"/>
              </a:spcBef>
              <a:spcAft>
                <a:spcPct val="0"/>
              </a:spcAft>
              <a:defRPr>
                <a:solidFill>
                  <a:schemeClr val="tx1"/>
                </a:solidFill>
                <a:latin typeface="Arial" charset="0"/>
              </a:defRPr>
            </a:lvl8pPr>
            <a:lvl9pPr defTabSz="3343275" fontAlgn="base">
              <a:spcBef>
                <a:spcPct val="0"/>
              </a:spcBef>
              <a:spcAft>
                <a:spcPct val="0"/>
              </a:spcAft>
              <a:defRPr>
                <a:solidFill>
                  <a:schemeClr val="tx1"/>
                </a:solidFill>
                <a:latin typeface="Arial" charset="0"/>
              </a:defRPr>
            </a:lvl9pPr>
          </a:lstStyle>
          <a:p>
            <a:pPr algn="ctr">
              <a:spcBef>
                <a:spcPct val="50000"/>
              </a:spcBef>
              <a:defRPr/>
            </a:pPr>
            <a:r>
              <a:rPr lang="en-US" altLang="en-US" sz="4800" b="1" dirty="0">
                <a:latin typeface="Arial" panose="020B0604020202020204" pitchFamily="34" charset="0"/>
                <a:cs typeface="Arial" panose="020B0604020202020204" pitchFamily="34" charset="0"/>
              </a:rPr>
              <a:t>Highlights</a:t>
            </a:r>
          </a:p>
          <a:p>
            <a:pPr algn="just">
              <a:spcBef>
                <a:spcPct val="50000"/>
              </a:spcBef>
              <a:defRPr/>
            </a:pPr>
            <a:r>
              <a:rPr lang="en-US" altLang="en-US" sz="2800" dirty="0">
                <a:latin typeface="Arial" panose="020B0604020202020204" pitchFamily="34" charset="0"/>
                <a:cs typeface="Arial" panose="020B0604020202020204" pitchFamily="34" charset="0"/>
              </a:rPr>
              <a:t>Since I was in the Business Operations side of Cox Auto, I:</a:t>
            </a:r>
          </a:p>
          <a:p>
            <a:pPr marL="457200" indent="-457200" algn="just">
              <a:spcBef>
                <a:spcPct val="50000"/>
              </a:spcBef>
              <a:buFont typeface="Wingdings" panose="05000000000000000000" pitchFamily="2" charset="2"/>
              <a:buChar char="§"/>
              <a:defRPr/>
            </a:pPr>
            <a:r>
              <a:rPr lang="en-US" altLang="en-US" sz="2800" dirty="0">
                <a:latin typeface="Arial" panose="020B0604020202020204" pitchFamily="34" charset="0"/>
                <a:cs typeface="Arial" panose="020B0604020202020204" pitchFamily="34" charset="0"/>
              </a:rPr>
              <a:t>Learned how to effectively clean and apply data</a:t>
            </a:r>
          </a:p>
          <a:p>
            <a:pPr marL="457200" indent="-457200" algn="just">
              <a:spcBef>
                <a:spcPct val="50000"/>
              </a:spcBef>
              <a:buFont typeface="Wingdings" panose="05000000000000000000" pitchFamily="2" charset="2"/>
              <a:buChar char="§"/>
              <a:defRPr/>
            </a:pPr>
            <a:r>
              <a:rPr lang="en-US" altLang="en-US" sz="2800" dirty="0">
                <a:latin typeface="Arial" panose="020B0604020202020204" pitchFamily="34" charset="0"/>
                <a:cs typeface="Arial" panose="020B0604020202020204" pitchFamily="34" charset="0"/>
              </a:rPr>
              <a:t>Applied clean data to a dashboard that was effective in assisting the Knowledge Management Director</a:t>
            </a:r>
          </a:p>
          <a:p>
            <a:pPr marL="457200" indent="-457200" algn="just">
              <a:spcBef>
                <a:spcPct val="50000"/>
              </a:spcBef>
              <a:buFont typeface="Wingdings" panose="05000000000000000000" pitchFamily="2" charset="2"/>
              <a:buChar char="§"/>
              <a:defRPr/>
            </a:pPr>
            <a:r>
              <a:rPr lang="en-US" altLang="en-US" sz="2800" dirty="0">
                <a:latin typeface="Arial" panose="020B0604020202020204" pitchFamily="34" charset="0"/>
                <a:cs typeface="Arial" panose="020B0604020202020204" pitchFamily="34" charset="0"/>
              </a:rPr>
              <a:t>Dashboard is designed to be used by other Directors/Managers and Assistant Vice Presidents (AVPs)</a:t>
            </a:r>
          </a:p>
          <a:p>
            <a:pPr marL="457200" indent="-457200" algn="just">
              <a:spcBef>
                <a:spcPct val="50000"/>
              </a:spcBef>
              <a:buFont typeface="Wingdings" panose="05000000000000000000" pitchFamily="2" charset="2"/>
              <a:buChar char="§"/>
              <a:defRPr/>
            </a:pPr>
            <a:r>
              <a:rPr lang="en-US" altLang="en-US" sz="2800" dirty="0">
                <a:latin typeface="Arial" panose="020B0604020202020204" pitchFamily="34" charset="0"/>
                <a:cs typeface="Arial" panose="020B0604020202020204" pitchFamily="34" charset="0"/>
              </a:rPr>
              <a:t>Assisted in the development of automated communication created from the dashboard</a:t>
            </a:r>
          </a:p>
          <a:p>
            <a:pPr marL="457200" indent="-457200" algn="just">
              <a:spcBef>
                <a:spcPct val="50000"/>
              </a:spcBef>
              <a:buFont typeface="Wingdings" panose="05000000000000000000" pitchFamily="2" charset="2"/>
              <a:buChar char="§"/>
              <a:defRPr/>
            </a:pPr>
            <a:r>
              <a:rPr lang="en-US" altLang="en-US" sz="2800" dirty="0">
                <a:latin typeface="Arial" panose="020B0604020202020204" pitchFamily="34" charset="0"/>
                <a:cs typeface="Arial" panose="020B0604020202020204" pitchFamily="34" charset="0"/>
              </a:rPr>
              <a:t>Assisted in the development of training documents for 300+ employees</a:t>
            </a:r>
          </a:p>
          <a:p>
            <a:pPr marL="457200" indent="-457200" algn="just">
              <a:spcBef>
                <a:spcPct val="50000"/>
              </a:spcBef>
              <a:buFont typeface="Wingdings" panose="05000000000000000000" pitchFamily="2" charset="2"/>
              <a:buChar char="§"/>
              <a:defRPr/>
            </a:pPr>
            <a:r>
              <a:rPr lang="en-US" altLang="en-US" sz="2800" dirty="0">
                <a:latin typeface="Arial" panose="020B0604020202020204" pitchFamily="34" charset="0"/>
                <a:cs typeface="Arial" panose="020B0604020202020204" pitchFamily="34" charset="0"/>
              </a:rPr>
              <a:t>Occasionally led trainings for 300+ employees in the absence of the Knowledge Management Director</a:t>
            </a:r>
          </a:p>
          <a:p>
            <a:pPr marL="457200" indent="-457200" algn="just">
              <a:spcBef>
                <a:spcPct val="50000"/>
              </a:spcBef>
              <a:buFont typeface="Wingdings" panose="05000000000000000000" pitchFamily="2" charset="2"/>
              <a:buChar char="§"/>
              <a:defRPr/>
            </a:pPr>
            <a:r>
              <a:rPr lang="en-US" altLang="en-US" sz="2800" dirty="0">
                <a:latin typeface="Arial" panose="020B0604020202020204" pitchFamily="34" charset="0"/>
                <a:cs typeface="Arial" panose="020B0604020202020204" pitchFamily="34" charset="0"/>
              </a:rPr>
              <a:t>Received my Lean Six Sigma Yellow Belt Certification</a:t>
            </a:r>
          </a:p>
          <a:p>
            <a:pPr marL="457200" indent="-457200" algn="just">
              <a:spcBef>
                <a:spcPct val="50000"/>
              </a:spcBef>
              <a:buFont typeface="Wingdings" panose="05000000000000000000" pitchFamily="2" charset="2"/>
              <a:buChar char="§"/>
              <a:defRPr/>
            </a:pPr>
            <a:r>
              <a:rPr lang="en-US" altLang="en-US" sz="2800" dirty="0">
                <a:latin typeface="Arial" panose="020B0604020202020204" pitchFamily="34" charset="0"/>
                <a:cs typeface="Arial" panose="020B0604020202020204" pitchFamily="34" charset="0"/>
              </a:rPr>
              <a:t>Utilized my new certification to plan and aid in the design of an additional automation project for the analyst team</a:t>
            </a:r>
          </a:p>
          <a:p>
            <a:pPr algn="ctr">
              <a:spcBef>
                <a:spcPct val="50000"/>
              </a:spcBef>
              <a:defRPr/>
            </a:pPr>
            <a:r>
              <a:rPr lang="en-US" altLang="en-US" sz="4800" b="1" dirty="0">
                <a:latin typeface="Arial" panose="020B0604020202020204" pitchFamily="34" charset="0"/>
                <a:cs typeface="Arial" panose="020B0604020202020204" pitchFamily="34" charset="0"/>
              </a:rPr>
              <a:t>Experience</a:t>
            </a:r>
          </a:p>
          <a:p>
            <a:pPr algn="just">
              <a:spcBef>
                <a:spcPct val="10000"/>
              </a:spcBef>
              <a:defRPr/>
            </a:pPr>
            <a:r>
              <a:rPr lang="en-US" altLang="en-US" sz="2800" dirty="0">
                <a:latin typeface="Arial" panose="020B0604020202020204" pitchFamily="34" charset="0"/>
                <a:cs typeface="Arial" panose="020B0604020202020204" pitchFamily="34" charset="0"/>
              </a:rPr>
              <a:t>For this internship, since I was in the Business Operations side of Cox Auto, I was able to truly experience and understand what business operations people are looking for from their data scientists. The job of the data scientist is to help them make informed decisions. </a:t>
            </a:r>
          </a:p>
          <a:p>
            <a:pPr algn="just">
              <a:spcBef>
                <a:spcPct val="10000"/>
              </a:spcBef>
              <a:defRPr/>
            </a:pPr>
            <a:endParaRPr lang="en-US" altLang="en-US" sz="2800" dirty="0">
              <a:latin typeface="Arial" panose="020B0604020202020204" pitchFamily="34" charset="0"/>
              <a:cs typeface="Arial" panose="020B0604020202020204" pitchFamily="34" charset="0"/>
            </a:endParaRPr>
          </a:p>
          <a:p>
            <a:pPr algn="just">
              <a:spcBef>
                <a:spcPct val="10000"/>
              </a:spcBef>
              <a:defRPr/>
            </a:pPr>
            <a:r>
              <a:rPr lang="en-US" altLang="en-US" sz="2800" dirty="0">
                <a:latin typeface="Arial" panose="020B0604020202020204" pitchFamily="34" charset="0"/>
                <a:cs typeface="Arial" panose="020B0604020202020204" pitchFamily="34" charset="0"/>
              </a:rPr>
              <a:t>The dashboard I was tasked with fixing was meant to monitor the employees that attended the trainings that we hosted weekly. This dashboard provided the Directors and AVPs with percentages of their teams that were in attendance for these calls as well as the percentage of employees that completed their training. This also looked at the numbers for each fiscal quarter. Specifically, if anyone was not performing correctly or if we found that one of the trainees was losing clients, we could see if they were utilizing their trainings effectively. This dashboard is also intended to be used to justify the trainings since it does show the weekly attendees therefore showing there is a demand for this training. </a:t>
            </a:r>
          </a:p>
          <a:p>
            <a:pPr algn="ctr">
              <a:spcBef>
                <a:spcPct val="50000"/>
              </a:spcBef>
              <a:defRPr/>
            </a:pPr>
            <a:r>
              <a:rPr lang="en-US" altLang="en-US" sz="4800" b="1" dirty="0">
                <a:latin typeface="Arial" panose="020B0604020202020204" pitchFamily="34" charset="0"/>
                <a:cs typeface="Arial" panose="020B0604020202020204" pitchFamily="34" charset="0"/>
              </a:rPr>
              <a:t>Future Career Plans</a:t>
            </a:r>
          </a:p>
          <a:p>
            <a:pPr algn="just">
              <a:spcBef>
                <a:spcPct val="50000"/>
              </a:spcBef>
              <a:defRPr/>
            </a:pPr>
            <a:r>
              <a:rPr lang="en-US" altLang="en-US" sz="2800" dirty="0">
                <a:latin typeface="Arial" panose="020B0604020202020204" pitchFamily="34" charset="0"/>
                <a:cs typeface="Arial" panose="020B0604020202020204" pitchFamily="34" charset="0"/>
              </a:rPr>
              <a:t>I am in the process of graduating for the Fall 2026 semester. Following graduation, I would like to pursue analysts positions including positions in Business Intelligence Analysis now that I understand the position more. If Cox offered me a position, I would remain at their company as I enjoyed the culture and teams that I had the opportunity to work with. </a:t>
            </a:r>
          </a:p>
          <a:p>
            <a:pPr algn="just">
              <a:spcBef>
                <a:spcPct val="50000"/>
              </a:spcBef>
              <a:defRPr/>
            </a:pPr>
            <a:endParaRPr lang="en-US" altLang="en-US" sz="2800" dirty="0">
              <a:latin typeface="Arial" panose="020B0604020202020204" pitchFamily="34" charset="0"/>
              <a:cs typeface="Arial" panose="020B0604020202020204" pitchFamily="34" charset="0"/>
            </a:endParaRPr>
          </a:p>
          <a:p>
            <a:pPr algn="just">
              <a:spcBef>
                <a:spcPct val="50000"/>
              </a:spcBef>
              <a:defRPr/>
            </a:pPr>
            <a:r>
              <a:rPr lang="en-US" altLang="en-US" sz="2800" dirty="0">
                <a:latin typeface="Arial" panose="020B0604020202020204" pitchFamily="34" charset="0"/>
                <a:cs typeface="Arial" panose="020B0604020202020204" pitchFamily="34" charset="0"/>
              </a:rPr>
              <a:t>Example of the dashboard:</a:t>
            </a:r>
          </a:p>
          <a:p>
            <a:pPr algn="just">
              <a:spcBef>
                <a:spcPct val="50000"/>
              </a:spcBef>
              <a:defRPr/>
            </a:pPr>
            <a:endParaRPr lang="en-US" altLang="en-US" sz="2800" dirty="0">
              <a:latin typeface="Arial" panose="020B0604020202020204" pitchFamily="34" charset="0"/>
              <a:cs typeface="Arial" panose="020B0604020202020204" pitchFamily="34" charset="0"/>
            </a:endParaRPr>
          </a:p>
          <a:p>
            <a:pPr algn="just">
              <a:spcBef>
                <a:spcPct val="50000"/>
              </a:spcBef>
              <a:defRPr/>
            </a:pPr>
            <a:endParaRPr lang="en-US" altLang="en-US" sz="2800" dirty="0">
              <a:latin typeface="Arial" panose="020B0604020202020204" pitchFamily="34" charset="0"/>
              <a:cs typeface="Arial" panose="020B0604020202020204" pitchFamily="34" charset="0"/>
            </a:endParaRPr>
          </a:p>
          <a:p>
            <a:pPr algn="just">
              <a:spcBef>
                <a:spcPct val="50000"/>
              </a:spcBef>
              <a:defRPr/>
            </a:pPr>
            <a:endParaRPr lang="en-US" altLang="en-US" sz="2800" dirty="0">
              <a:latin typeface="Arial" panose="020B0604020202020204" pitchFamily="34" charset="0"/>
              <a:cs typeface="Arial" panose="020B0604020202020204" pitchFamily="34" charset="0"/>
            </a:endParaRPr>
          </a:p>
          <a:p>
            <a:pPr algn="just">
              <a:spcBef>
                <a:spcPct val="50000"/>
              </a:spcBef>
              <a:defRPr/>
            </a:pPr>
            <a:endParaRPr lang="en-US" altLang="en-US" sz="2800" dirty="0">
              <a:latin typeface="Arial" panose="020B0604020202020204" pitchFamily="34" charset="0"/>
              <a:cs typeface="Arial" panose="020B0604020202020204" pitchFamily="34" charset="0"/>
            </a:endParaRPr>
          </a:p>
          <a:p>
            <a:pPr algn="just">
              <a:spcBef>
                <a:spcPct val="50000"/>
              </a:spcBef>
              <a:defRPr/>
            </a:pPr>
            <a:endParaRPr lang="en-US" altLang="en-US" sz="2800" dirty="0">
              <a:latin typeface="Arial" panose="020B0604020202020204" pitchFamily="34" charset="0"/>
              <a:cs typeface="Arial" panose="020B0604020202020204" pitchFamily="34" charset="0"/>
            </a:endParaRPr>
          </a:p>
          <a:p>
            <a:pPr algn="just"/>
            <a:endParaRPr lang="en-US" sz="2800" dirty="0">
              <a:latin typeface="Arial" panose="020B0604020202020204" pitchFamily="34" charset="0"/>
              <a:cs typeface="Arial" panose="020B0604020202020204" pitchFamily="34" charset="0"/>
            </a:endParaRPr>
          </a:p>
        </p:txBody>
      </p:sp>
      <p:sp>
        <p:nvSpPr>
          <p:cNvPr id="10" name="AutoShape 17"/>
          <p:cNvSpPr>
            <a:spLocks noChangeArrowheads="1"/>
          </p:cNvSpPr>
          <p:nvPr/>
        </p:nvSpPr>
        <p:spPr bwMode="auto">
          <a:xfrm>
            <a:off x="32045189" y="5079852"/>
            <a:ext cx="9677400" cy="6062231"/>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nchor="ctr"/>
          <a:lstStyle/>
          <a:p>
            <a:pPr algn="ctr" defTabSz="4388048"/>
            <a:endParaRPr lang="en-US" sz="4200"/>
          </a:p>
        </p:txBody>
      </p:sp>
      <p:sp>
        <p:nvSpPr>
          <p:cNvPr id="11" name="Text Box 19"/>
          <p:cNvSpPr txBox="1">
            <a:spLocks noChangeArrowheads="1"/>
          </p:cNvSpPr>
          <p:nvPr/>
        </p:nvSpPr>
        <p:spPr bwMode="auto">
          <a:xfrm>
            <a:off x="32674560" y="6129669"/>
            <a:ext cx="8382000" cy="4989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lstStyle>
            <a:lvl1pPr defTabSz="3343275">
              <a:defRPr>
                <a:solidFill>
                  <a:schemeClr val="tx1"/>
                </a:solidFill>
                <a:latin typeface="Arial" charset="0"/>
              </a:defRPr>
            </a:lvl1pPr>
            <a:lvl2pPr defTabSz="3343275">
              <a:defRPr>
                <a:solidFill>
                  <a:schemeClr val="tx1"/>
                </a:solidFill>
                <a:latin typeface="Arial" charset="0"/>
              </a:defRPr>
            </a:lvl2pPr>
            <a:lvl3pPr defTabSz="3343275">
              <a:defRPr>
                <a:solidFill>
                  <a:schemeClr val="tx1"/>
                </a:solidFill>
                <a:latin typeface="Arial" charset="0"/>
              </a:defRPr>
            </a:lvl3pPr>
            <a:lvl4pPr defTabSz="3343275">
              <a:defRPr>
                <a:solidFill>
                  <a:schemeClr val="tx1"/>
                </a:solidFill>
                <a:latin typeface="Arial" charset="0"/>
              </a:defRPr>
            </a:lvl4pPr>
            <a:lvl5pPr defTabSz="3343275">
              <a:defRPr>
                <a:solidFill>
                  <a:schemeClr val="tx1"/>
                </a:solidFill>
                <a:latin typeface="Arial" charset="0"/>
              </a:defRPr>
            </a:lvl5pPr>
            <a:lvl6pPr defTabSz="3343275" fontAlgn="base">
              <a:spcBef>
                <a:spcPct val="0"/>
              </a:spcBef>
              <a:spcAft>
                <a:spcPct val="0"/>
              </a:spcAft>
              <a:defRPr>
                <a:solidFill>
                  <a:schemeClr val="tx1"/>
                </a:solidFill>
                <a:latin typeface="Arial" charset="0"/>
              </a:defRPr>
            </a:lvl6pPr>
            <a:lvl7pPr defTabSz="3343275" fontAlgn="base">
              <a:spcBef>
                <a:spcPct val="0"/>
              </a:spcBef>
              <a:spcAft>
                <a:spcPct val="0"/>
              </a:spcAft>
              <a:defRPr>
                <a:solidFill>
                  <a:schemeClr val="tx1"/>
                </a:solidFill>
                <a:latin typeface="Arial" charset="0"/>
              </a:defRPr>
            </a:lvl7pPr>
            <a:lvl8pPr defTabSz="3343275" fontAlgn="base">
              <a:spcBef>
                <a:spcPct val="0"/>
              </a:spcBef>
              <a:spcAft>
                <a:spcPct val="0"/>
              </a:spcAft>
              <a:defRPr>
                <a:solidFill>
                  <a:schemeClr val="tx1"/>
                </a:solidFill>
                <a:latin typeface="Arial" charset="0"/>
              </a:defRPr>
            </a:lvl8pPr>
            <a:lvl9pPr defTabSz="3343275" fontAlgn="base">
              <a:spcBef>
                <a:spcPct val="0"/>
              </a:spcBef>
              <a:spcAft>
                <a:spcPct val="0"/>
              </a:spcAft>
              <a:defRPr>
                <a:solidFill>
                  <a:schemeClr val="tx1"/>
                </a:solidFill>
                <a:latin typeface="Arial" charset="0"/>
              </a:defRPr>
            </a:lvl9pPr>
          </a:lstStyle>
          <a:p>
            <a:pPr algn="ctr"/>
            <a:r>
              <a:rPr lang="en-US" sz="4800" b="1" dirty="0"/>
              <a:t>Conclusions</a:t>
            </a:r>
          </a:p>
          <a:p>
            <a:pPr algn="just"/>
            <a:r>
              <a:rPr lang="en-US" sz="2800" dirty="0"/>
              <a:t>I had the opportunity to see the business side of analytics this summer while working with my team within Cox Automotive. I learned about the products that were being sold, how training was facilitated for those individuals, and whether the data showed that training supported the individuals in reaching their KPI standards. </a:t>
            </a:r>
          </a:p>
        </p:txBody>
      </p:sp>
      <p:sp>
        <p:nvSpPr>
          <p:cNvPr id="14" name="Text Box 19"/>
          <p:cNvSpPr txBox="1">
            <a:spLocks noChangeArrowheads="1"/>
          </p:cNvSpPr>
          <p:nvPr/>
        </p:nvSpPr>
        <p:spPr bwMode="auto">
          <a:xfrm>
            <a:off x="2194560" y="565896"/>
            <a:ext cx="38862000" cy="1483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lstStyle>
            <a:lvl1pPr defTabSz="3343275">
              <a:defRPr>
                <a:solidFill>
                  <a:schemeClr val="tx1"/>
                </a:solidFill>
                <a:latin typeface="Arial" charset="0"/>
              </a:defRPr>
            </a:lvl1pPr>
            <a:lvl2pPr defTabSz="3343275">
              <a:defRPr>
                <a:solidFill>
                  <a:schemeClr val="tx1"/>
                </a:solidFill>
                <a:latin typeface="Arial" charset="0"/>
              </a:defRPr>
            </a:lvl2pPr>
            <a:lvl3pPr defTabSz="3343275">
              <a:defRPr>
                <a:solidFill>
                  <a:schemeClr val="tx1"/>
                </a:solidFill>
                <a:latin typeface="Arial" charset="0"/>
              </a:defRPr>
            </a:lvl3pPr>
            <a:lvl4pPr defTabSz="3343275">
              <a:defRPr>
                <a:solidFill>
                  <a:schemeClr val="tx1"/>
                </a:solidFill>
                <a:latin typeface="Arial" charset="0"/>
              </a:defRPr>
            </a:lvl4pPr>
            <a:lvl5pPr defTabSz="3343275">
              <a:defRPr>
                <a:solidFill>
                  <a:schemeClr val="tx1"/>
                </a:solidFill>
                <a:latin typeface="Arial" charset="0"/>
              </a:defRPr>
            </a:lvl5pPr>
            <a:lvl6pPr defTabSz="3343275" fontAlgn="base">
              <a:spcBef>
                <a:spcPct val="0"/>
              </a:spcBef>
              <a:spcAft>
                <a:spcPct val="0"/>
              </a:spcAft>
              <a:defRPr>
                <a:solidFill>
                  <a:schemeClr val="tx1"/>
                </a:solidFill>
                <a:latin typeface="Arial" charset="0"/>
              </a:defRPr>
            </a:lvl6pPr>
            <a:lvl7pPr defTabSz="3343275" fontAlgn="base">
              <a:spcBef>
                <a:spcPct val="0"/>
              </a:spcBef>
              <a:spcAft>
                <a:spcPct val="0"/>
              </a:spcAft>
              <a:defRPr>
                <a:solidFill>
                  <a:schemeClr val="tx1"/>
                </a:solidFill>
                <a:latin typeface="Arial" charset="0"/>
              </a:defRPr>
            </a:lvl7pPr>
            <a:lvl8pPr defTabSz="3343275" fontAlgn="base">
              <a:spcBef>
                <a:spcPct val="0"/>
              </a:spcBef>
              <a:spcAft>
                <a:spcPct val="0"/>
              </a:spcAft>
              <a:defRPr>
                <a:solidFill>
                  <a:schemeClr val="tx1"/>
                </a:solidFill>
                <a:latin typeface="Arial" charset="0"/>
              </a:defRPr>
            </a:lvl8pPr>
            <a:lvl9pPr defTabSz="3343275" fontAlgn="base">
              <a:spcBef>
                <a:spcPct val="0"/>
              </a:spcBef>
              <a:spcAft>
                <a:spcPct val="0"/>
              </a:spcAft>
              <a:defRPr>
                <a:solidFill>
                  <a:schemeClr val="tx1"/>
                </a:solidFill>
                <a:latin typeface="Arial" charset="0"/>
              </a:defRPr>
            </a:lvl9pPr>
          </a:lstStyle>
          <a:p>
            <a:pPr algn="ctr"/>
            <a:r>
              <a:rPr lang="en-US" sz="11000" b="1" dirty="0"/>
              <a:t>Business Strategy/Analytics Intern – Cox Automotive</a:t>
            </a:r>
            <a:endParaRPr lang="en-US" sz="11000" dirty="0"/>
          </a:p>
        </p:txBody>
      </p:sp>
      <p:sp>
        <p:nvSpPr>
          <p:cNvPr id="15" name="Text Box 19"/>
          <p:cNvSpPr txBox="1">
            <a:spLocks noChangeArrowheads="1"/>
          </p:cNvSpPr>
          <p:nvPr/>
        </p:nvSpPr>
        <p:spPr bwMode="auto">
          <a:xfrm>
            <a:off x="5029200" y="2565255"/>
            <a:ext cx="36728400" cy="389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lstStyle>
            <a:lvl1pPr defTabSz="3343275">
              <a:defRPr>
                <a:solidFill>
                  <a:schemeClr val="tx1"/>
                </a:solidFill>
                <a:latin typeface="Arial" charset="0"/>
              </a:defRPr>
            </a:lvl1pPr>
            <a:lvl2pPr defTabSz="3343275">
              <a:defRPr>
                <a:solidFill>
                  <a:schemeClr val="tx1"/>
                </a:solidFill>
                <a:latin typeface="Arial" charset="0"/>
              </a:defRPr>
            </a:lvl2pPr>
            <a:lvl3pPr defTabSz="3343275">
              <a:defRPr>
                <a:solidFill>
                  <a:schemeClr val="tx1"/>
                </a:solidFill>
                <a:latin typeface="Arial" charset="0"/>
              </a:defRPr>
            </a:lvl3pPr>
            <a:lvl4pPr defTabSz="3343275">
              <a:defRPr>
                <a:solidFill>
                  <a:schemeClr val="tx1"/>
                </a:solidFill>
                <a:latin typeface="Arial" charset="0"/>
              </a:defRPr>
            </a:lvl4pPr>
            <a:lvl5pPr defTabSz="3343275">
              <a:defRPr>
                <a:solidFill>
                  <a:schemeClr val="tx1"/>
                </a:solidFill>
                <a:latin typeface="Arial" charset="0"/>
              </a:defRPr>
            </a:lvl5pPr>
            <a:lvl6pPr defTabSz="3343275" fontAlgn="base">
              <a:spcBef>
                <a:spcPct val="0"/>
              </a:spcBef>
              <a:spcAft>
                <a:spcPct val="0"/>
              </a:spcAft>
              <a:defRPr>
                <a:solidFill>
                  <a:schemeClr val="tx1"/>
                </a:solidFill>
                <a:latin typeface="Arial" charset="0"/>
              </a:defRPr>
            </a:lvl6pPr>
            <a:lvl7pPr defTabSz="3343275" fontAlgn="base">
              <a:spcBef>
                <a:spcPct val="0"/>
              </a:spcBef>
              <a:spcAft>
                <a:spcPct val="0"/>
              </a:spcAft>
              <a:defRPr>
                <a:solidFill>
                  <a:schemeClr val="tx1"/>
                </a:solidFill>
                <a:latin typeface="Arial" charset="0"/>
              </a:defRPr>
            </a:lvl7pPr>
            <a:lvl8pPr defTabSz="3343275" fontAlgn="base">
              <a:spcBef>
                <a:spcPct val="0"/>
              </a:spcBef>
              <a:spcAft>
                <a:spcPct val="0"/>
              </a:spcAft>
              <a:defRPr>
                <a:solidFill>
                  <a:schemeClr val="tx1"/>
                </a:solidFill>
                <a:latin typeface="Arial" charset="0"/>
              </a:defRPr>
            </a:lvl8pPr>
            <a:lvl9pPr defTabSz="3343275" fontAlgn="base">
              <a:spcBef>
                <a:spcPct val="0"/>
              </a:spcBef>
              <a:spcAft>
                <a:spcPct val="0"/>
              </a:spcAft>
              <a:defRPr>
                <a:solidFill>
                  <a:schemeClr val="tx1"/>
                </a:solidFill>
                <a:latin typeface="Arial" charset="0"/>
              </a:defRPr>
            </a:lvl9pPr>
          </a:lstStyle>
          <a:p>
            <a:pPr algn="ctr"/>
            <a:r>
              <a:rPr lang="en-US" sz="5800" b="1" dirty="0"/>
              <a:t>Author: Amanda Giddings</a:t>
            </a:r>
            <a:endParaRPr lang="en-US" sz="1100" dirty="0"/>
          </a:p>
        </p:txBody>
      </p:sp>
      <p:sp>
        <p:nvSpPr>
          <p:cNvPr id="17" name="AutoShape 17"/>
          <p:cNvSpPr>
            <a:spLocks noChangeArrowheads="1"/>
          </p:cNvSpPr>
          <p:nvPr/>
        </p:nvSpPr>
        <p:spPr bwMode="auto">
          <a:xfrm>
            <a:off x="1981200" y="12063369"/>
            <a:ext cx="9677400" cy="7520032"/>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nchor="ctr"/>
          <a:lstStyle/>
          <a:p>
            <a:pPr algn="ctr" defTabSz="4388048"/>
            <a:endParaRPr lang="en-US" sz="4200"/>
          </a:p>
        </p:txBody>
      </p:sp>
      <p:sp>
        <p:nvSpPr>
          <p:cNvPr id="18" name="Text Box 19"/>
          <p:cNvSpPr txBox="1">
            <a:spLocks noChangeArrowheads="1"/>
          </p:cNvSpPr>
          <p:nvPr/>
        </p:nvSpPr>
        <p:spPr bwMode="auto">
          <a:xfrm>
            <a:off x="2261380" y="13593767"/>
            <a:ext cx="9117040" cy="3787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lstStyle>
            <a:lvl1pPr defTabSz="3343275">
              <a:defRPr>
                <a:solidFill>
                  <a:schemeClr val="tx1"/>
                </a:solidFill>
                <a:latin typeface="Arial" charset="0"/>
              </a:defRPr>
            </a:lvl1pPr>
            <a:lvl2pPr defTabSz="3343275">
              <a:defRPr>
                <a:solidFill>
                  <a:schemeClr val="tx1"/>
                </a:solidFill>
                <a:latin typeface="Arial" charset="0"/>
              </a:defRPr>
            </a:lvl2pPr>
            <a:lvl3pPr defTabSz="3343275">
              <a:defRPr>
                <a:solidFill>
                  <a:schemeClr val="tx1"/>
                </a:solidFill>
                <a:latin typeface="Arial" charset="0"/>
              </a:defRPr>
            </a:lvl3pPr>
            <a:lvl4pPr defTabSz="3343275">
              <a:defRPr>
                <a:solidFill>
                  <a:schemeClr val="tx1"/>
                </a:solidFill>
                <a:latin typeface="Arial" charset="0"/>
              </a:defRPr>
            </a:lvl4pPr>
            <a:lvl5pPr defTabSz="3343275">
              <a:defRPr>
                <a:solidFill>
                  <a:schemeClr val="tx1"/>
                </a:solidFill>
                <a:latin typeface="Arial" charset="0"/>
              </a:defRPr>
            </a:lvl5pPr>
            <a:lvl6pPr defTabSz="3343275" fontAlgn="base">
              <a:spcBef>
                <a:spcPct val="0"/>
              </a:spcBef>
              <a:spcAft>
                <a:spcPct val="0"/>
              </a:spcAft>
              <a:defRPr>
                <a:solidFill>
                  <a:schemeClr val="tx1"/>
                </a:solidFill>
                <a:latin typeface="Arial" charset="0"/>
              </a:defRPr>
            </a:lvl6pPr>
            <a:lvl7pPr defTabSz="3343275" fontAlgn="base">
              <a:spcBef>
                <a:spcPct val="0"/>
              </a:spcBef>
              <a:spcAft>
                <a:spcPct val="0"/>
              </a:spcAft>
              <a:defRPr>
                <a:solidFill>
                  <a:schemeClr val="tx1"/>
                </a:solidFill>
                <a:latin typeface="Arial" charset="0"/>
              </a:defRPr>
            </a:lvl7pPr>
            <a:lvl8pPr defTabSz="3343275" fontAlgn="base">
              <a:spcBef>
                <a:spcPct val="0"/>
              </a:spcBef>
              <a:spcAft>
                <a:spcPct val="0"/>
              </a:spcAft>
              <a:defRPr>
                <a:solidFill>
                  <a:schemeClr val="tx1"/>
                </a:solidFill>
                <a:latin typeface="Arial" charset="0"/>
              </a:defRPr>
            </a:lvl8pPr>
            <a:lvl9pPr defTabSz="3343275" fontAlgn="base">
              <a:spcBef>
                <a:spcPct val="0"/>
              </a:spcBef>
              <a:spcAft>
                <a:spcPct val="0"/>
              </a:spcAft>
              <a:defRPr>
                <a:solidFill>
                  <a:schemeClr val="tx1"/>
                </a:solidFill>
                <a:latin typeface="Arial" charset="0"/>
              </a:defRPr>
            </a:lvl9pPr>
          </a:lstStyle>
          <a:p>
            <a:pPr algn="ctr"/>
            <a:r>
              <a:rPr lang="en-US" sz="4800" b="1" dirty="0"/>
              <a:t>Introduction</a:t>
            </a:r>
          </a:p>
          <a:p>
            <a:pPr algn="just"/>
            <a:endParaRPr lang="en-US" sz="1100" dirty="0"/>
          </a:p>
          <a:p>
            <a:r>
              <a:rPr lang="en-US" sz="2800" dirty="0"/>
              <a:t>I am pursuing my Masters in Data Science an Analytics. I have a background working in higher education and my Bachelors in International Affairs. This was essential for the role that I went into this summer, because I had to assist in the training of over 300 employees weekly  and development of dashboard items for upper leadership. </a:t>
            </a:r>
          </a:p>
        </p:txBody>
      </p:sp>
      <p:sp>
        <p:nvSpPr>
          <p:cNvPr id="24" name="AutoShape 17"/>
          <p:cNvSpPr>
            <a:spLocks noChangeArrowheads="1"/>
          </p:cNvSpPr>
          <p:nvPr/>
        </p:nvSpPr>
        <p:spPr bwMode="auto">
          <a:xfrm>
            <a:off x="32261432" y="12086878"/>
            <a:ext cx="9753600" cy="7496523"/>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numCol="2" anchor="ctr"/>
          <a:lstStyle/>
          <a:p>
            <a:pPr algn="ctr" defTabSz="4388048"/>
            <a:endParaRPr lang="en-US" sz="4200" dirty="0"/>
          </a:p>
        </p:txBody>
      </p:sp>
      <p:sp>
        <p:nvSpPr>
          <p:cNvPr id="25" name="Text Box 19"/>
          <p:cNvSpPr txBox="1">
            <a:spLocks noChangeArrowheads="1"/>
          </p:cNvSpPr>
          <p:nvPr/>
        </p:nvSpPr>
        <p:spPr bwMode="auto">
          <a:xfrm>
            <a:off x="33023432" y="12697639"/>
            <a:ext cx="8229600" cy="891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lstStyle>
            <a:lvl1pPr defTabSz="3343275">
              <a:defRPr>
                <a:solidFill>
                  <a:schemeClr val="tx1"/>
                </a:solidFill>
                <a:latin typeface="Arial" charset="0"/>
              </a:defRPr>
            </a:lvl1pPr>
            <a:lvl2pPr defTabSz="3343275">
              <a:defRPr>
                <a:solidFill>
                  <a:schemeClr val="tx1"/>
                </a:solidFill>
                <a:latin typeface="Arial" charset="0"/>
              </a:defRPr>
            </a:lvl2pPr>
            <a:lvl3pPr defTabSz="3343275">
              <a:defRPr>
                <a:solidFill>
                  <a:schemeClr val="tx1"/>
                </a:solidFill>
                <a:latin typeface="Arial" charset="0"/>
              </a:defRPr>
            </a:lvl3pPr>
            <a:lvl4pPr defTabSz="3343275">
              <a:defRPr>
                <a:solidFill>
                  <a:schemeClr val="tx1"/>
                </a:solidFill>
                <a:latin typeface="Arial" charset="0"/>
              </a:defRPr>
            </a:lvl4pPr>
            <a:lvl5pPr defTabSz="3343275">
              <a:defRPr>
                <a:solidFill>
                  <a:schemeClr val="tx1"/>
                </a:solidFill>
                <a:latin typeface="Arial" charset="0"/>
              </a:defRPr>
            </a:lvl5pPr>
            <a:lvl6pPr defTabSz="3343275" fontAlgn="base">
              <a:spcBef>
                <a:spcPct val="0"/>
              </a:spcBef>
              <a:spcAft>
                <a:spcPct val="0"/>
              </a:spcAft>
              <a:defRPr>
                <a:solidFill>
                  <a:schemeClr val="tx1"/>
                </a:solidFill>
                <a:latin typeface="Arial" charset="0"/>
              </a:defRPr>
            </a:lvl6pPr>
            <a:lvl7pPr defTabSz="3343275" fontAlgn="base">
              <a:spcBef>
                <a:spcPct val="0"/>
              </a:spcBef>
              <a:spcAft>
                <a:spcPct val="0"/>
              </a:spcAft>
              <a:defRPr>
                <a:solidFill>
                  <a:schemeClr val="tx1"/>
                </a:solidFill>
                <a:latin typeface="Arial" charset="0"/>
              </a:defRPr>
            </a:lvl7pPr>
            <a:lvl8pPr defTabSz="3343275" fontAlgn="base">
              <a:spcBef>
                <a:spcPct val="0"/>
              </a:spcBef>
              <a:spcAft>
                <a:spcPct val="0"/>
              </a:spcAft>
              <a:defRPr>
                <a:solidFill>
                  <a:schemeClr val="tx1"/>
                </a:solidFill>
                <a:latin typeface="Arial" charset="0"/>
              </a:defRPr>
            </a:lvl8pPr>
            <a:lvl9pPr defTabSz="3343275" fontAlgn="base">
              <a:spcBef>
                <a:spcPct val="0"/>
              </a:spcBef>
              <a:spcAft>
                <a:spcPct val="0"/>
              </a:spcAft>
              <a:defRPr>
                <a:solidFill>
                  <a:schemeClr val="tx1"/>
                </a:solidFill>
                <a:latin typeface="Arial" charset="0"/>
              </a:defRPr>
            </a:lvl9pPr>
          </a:lstStyle>
          <a:p>
            <a:pPr algn="ctr"/>
            <a:r>
              <a:rPr lang="en-US" sz="4800" b="1" dirty="0"/>
              <a:t>Acknowledgments</a:t>
            </a:r>
          </a:p>
          <a:p>
            <a:pPr algn="ctr"/>
            <a:endParaRPr lang="en-US" sz="1100" dirty="0"/>
          </a:p>
        </p:txBody>
      </p:sp>
      <p:sp>
        <p:nvSpPr>
          <p:cNvPr id="26" name="AutoShape 17"/>
          <p:cNvSpPr>
            <a:spLocks noChangeArrowheads="1"/>
          </p:cNvSpPr>
          <p:nvPr/>
        </p:nvSpPr>
        <p:spPr bwMode="auto">
          <a:xfrm>
            <a:off x="32461200" y="20175195"/>
            <a:ext cx="9525000" cy="8314603"/>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nchor="ctr"/>
          <a:lstStyle/>
          <a:p>
            <a:pPr algn="ctr" defTabSz="4388048"/>
            <a:endParaRPr lang="en-US" sz="4200"/>
          </a:p>
        </p:txBody>
      </p:sp>
      <p:sp>
        <p:nvSpPr>
          <p:cNvPr id="27" name="Text Box 19"/>
          <p:cNvSpPr txBox="1">
            <a:spLocks noChangeArrowheads="1"/>
          </p:cNvSpPr>
          <p:nvPr/>
        </p:nvSpPr>
        <p:spPr bwMode="auto">
          <a:xfrm>
            <a:off x="33108900" y="20617356"/>
            <a:ext cx="8229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lstStyle>
            <a:lvl1pPr defTabSz="3343275">
              <a:defRPr>
                <a:solidFill>
                  <a:schemeClr val="tx1"/>
                </a:solidFill>
                <a:latin typeface="Arial" charset="0"/>
              </a:defRPr>
            </a:lvl1pPr>
            <a:lvl2pPr defTabSz="3343275">
              <a:defRPr>
                <a:solidFill>
                  <a:schemeClr val="tx1"/>
                </a:solidFill>
                <a:latin typeface="Arial" charset="0"/>
              </a:defRPr>
            </a:lvl2pPr>
            <a:lvl3pPr defTabSz="3343275">
              <a:defRPr>
                <a:solidFill>
                  <a:schemeClr val="tx1"/>
                </a:solidFill>
                <a:latin typeface="Arial" charset="0"/>
              </a:defRPr>
            </a:lvl3pPr>
            <a:lvl4pPr defTabSz="3343275">
              <a:defRPr>
                <a:solidFill>
                  <a:schemeClr val="tx1"/>
                </a:solidFill>
                <a:latin typeface="Arial" charset="0"/>
              </a:defRPr>
            </a:lvl4pPr>
            <a:lvl5pPr defTabSz="3343275">
              <a:defRPr>
                <a:solidFill>
                  <a:schemeClr val="tx1"/>
                </a:solidFill>
                <a:latin typeface="Arial" charset="0"/>
              </a:defRPr>
            </a:lvl5pPr>
            <a:lvl6pPr defTabSz="3343275" fontAlgn="base">
              <a:spcBef>
                <a:spcPct val="0"/>
              </a:spcBef>
              <a:spcAft>
                <a:spcPct val="0"/>
              </a:spcAft>
              <a:defRPr>
                <a:solidFill>
                  <a:schemeClr val="tx1"/>
                </a:solidFill>
                <a:latin typeface="Arial" charset="0"/>
              </a:defRPr>
            </a:lvl6pPr>
            <a:lvl7pPr defTabSz="3343275" fontAlgn="base">
              <a:spcBef>
                <a:spcPct val="0"/>
              </a:spcBef>
              <a:spcAft>
                <a:spcPct val="0"/>
              </a:spcAft>
              <a:defRPr>
                <a:solidFill>
                  <a:schemeClr val="tx1"/>
                </a:solidFill>
                <a:latin typeface="Arial" charset="0"/>
              </a:defRPr>
            </a:lvl7pPr>
            <a:lvl8pPr defTabSz="3343275" fontAlgn="base">
              <a:spcBef>
                <a:spcPct val="0"/>
              </a:spcBef>
              <a:spcAft>
                <a:spcPct val="0"/>
              </a:spcAft>
              <a:defRPr>
                <a:solidFill>
                  <a:schemeClr val="tx1"/>
                </a:solidFill>
                <a:latin typeface="Arial" charset="0"/>
              </a:defRPr>
            </a:lvl8pPr>
            <a:lvl9pPr defTabSz="3343275" fontAlgn="base">
              <a:spcBef>
                <a:spcPct val="0"/>
              </a:spcBef>
              <a:spcAft>
                <a:spcPct val="0"/>
              </a:spcAft>
              <a:defRPr>
                <a:solidFill>
                  <a:schemeClr val="tx1"/>
                </a:solidFill>
                <a:latin typeface="Arial" charset="0"/>
              </a:defRPr>
            </a:lvl9pPr>
          </a:lstStyle>
          <a:p>
            <a:pPr algn="ctr"/>
            <a:r>
              <a:rPr lang="en-US" sz="4800" b="1" dirty="0">
                <a:latin typeface="Arial" panose="020B0604020202020204" pitchFamily="34" charset="0"/>
                <a:cs typeface="Arial" panose="020B0604020202020204" pitchFamily="34" charset="0"/>
              </a:rPr>
              <a:t>Contact Information</a:t>
            </a:r>
          </a:p>
          <a:p>
            <a:pPr algn="ctr"/>
            <a:endParaRPr lang="en-US" sz="1100" dirty="0">
              <a:latin typeface="Arial" panose="020B0604020202020204" pitchFamily="34" charset="0"/>
              <a:cs typeface="Arial" panose="020B0604020202020204" pitchFamily="34" charset="0"/>
            </a:endParaRPr>
          </a:p>
        </p:txBody>
      </p:sp>
      <p:sp>
        <p:nvSpPr>
          <p:cNvPr id="30" name="Text Box 19"/>
          <p:cNvSpPr txBox="1">
            <a:spLocks noChangeArrowheads="1"/>
          </p:cNvSpPr>
          <p:nvPr/>
        </p:nvSpPr>
        <p:spPr bwMode="auto">
          <a:xfrm>
            <a:off x="2216034" y="5930007"/>
            <a:ext cx="9207731" cy="3699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015" tIns="60008" rIns="120015" bIns="60008"/>
          <a:lstStyle>
            <a:lvl1pPr defTabSz="3343275">
              <a:defRPr>
                <a:solidFill>
                  <a:schemeClr val="tx1"/>
                </a:solidFill>
                <a:latin typeface="Arial" charset="0"/>
              </a:defRPr>
            </a:lvl1pPr>
            <a:lvl2pPr defTabSz="3343275">
              <a:defRPr>
                <a:solidFill>
                  <a:schemeClr val="tx1"/>
                </a:solidFill>
                <a:latin typeface="Arial" charset="0"/>
              </a:defRPr>
            </a:lvl2pPr>
            <a:lvl3pPr defTabSz="3343275">
              <a:defRPr>
                <a:solidFill>
                  <a:schemeClr val="tx1"/>
                </a:solidFill>
                <a:latin typeface="Arial" charset="0"/>
              </a:defRPr>
            </a:lvl3pPr>
            <a:lvl4pPr defTabSz="3343275">
              <a:defRPr>
                <a:solidFill>
                  <a:schemeClr val="tx1"/>
                </a:solidFill>
                <a:latin typeface="Arial" charset="0"/>
              </a:defRPr>
            </a:lvl4pPr>
            <a:lvl5pPr defTabSz="3343275">
              <a:defRPr>
                <a:solidFill>
                  <a:schemeClr val="tx1"/>
                </a:solidFill>
                <a:latin typeface="Arial" charset="0"/>
              </a:defRPr>
            </a:lvl5pPr>
            <a:lvl6pPr defTabSz="3343275" fontAlgn="base">
              <a:spcBef>
                <a:spcPct val="0"/>
              </a:spcBef>
              <a:spcAft>
                <a:spcPct val="0"/>
              </a:spcAft>
              <a:defRPr>
                <a:solidFill>
                  <a:schemeClr val="tx1"/>
                </a:solidFill>
                <a:latin typeface="Arial" charset="0"/>
              </a:defRPr>
            </a:lvl6pPr>
            <a:lvl7pPr defTabSz="3343275" fontAlgn="base">
              <a:spcBef>
                <a:spcPct val="0"/>
              </a:spcBef>
              <a:spcAft>
                <a:spcPct val="0"/>
              </a:spcAft>
              <a:defRPr>
                <a:solidFill>
                  <a:schemeClr val="tx1"/>
                </a:solidFill>
                <a:latin typeface="Arial" charset="0"/>
              </a:defRPr>
            </a:lvl7pPr>
            <a:lvl8pPr defTabSz="3343275" fontAlgn="base">
              <a:spcBef>
                <a:spcPct val="0"/>
              </a:spcBef>
              <a:spcAft>
                <a:spcPct val="0"/>
              </a:spcAft>
              <a:defRPr>
                <a:solidFill>
                  <a:schemeClr val="tx1"/>
                </a:solidFill>
                <a:latin typeface="Arial" charset="0"/>
              </a:defRPr>
            </a:lvl8pPr>
            <a:lvl9pPr defTabSz="3343275" fontAlgn="base">
              <a:spcBef>
                <a:spcPct val="0"/>
              </a:spcBef>
              <a:spcAft>
                <a:spcPct val="0"/>
              </a:spcAft>
              <a:defRPr>
                <a:solidFill>
                  <a:schemeClr val="tx1"/>
                </a:solidFill>
                <a:latin typeface="Arial" charset="0"/>
              </a:defRPr>
            </a:lvl9pPr>
          </a:lstStyle>
          <a:p>
            <a:pPr algn="ctr"/>
            <a:r>
              <a:rPr lang="en-US" sz="4800" b="1" dirty="0"/>
              <a:t>Internship Description</a:t>
            </a:r>
          </a:p>
          <a:p>
            <a:pPr algn="just"/>
            <a:endParaRPr lang="en-US" sz="2800" dirty="0"/>
          </a:p>
          <a:p>
            <a:pPr algn="just"/>
            <a:r>
              <a:rPr lang="en-US" sz="2800" dirty="0">
                <a:latin typeface="Arial" panose="020B0604020202020204" pitchFamily="34" charset="0"/>
                <a:cs typeface="Arial" panose="020B0604020202020204" pitchFamily="34" charset="0"/>
              </a:rPr>
              <a:t>As a Business Strategy/Analytics Intern, I assisted the Knowledge Management Director in the creation of a dashboard for her weekly training meetings and in the creation of the training materials for Courtney’s weekly calls. I was able to experience the difference in corporations and higher education institutions function as they serve their different client bases.  </a:t>
            </a:r>
          </a:p>
          <a:p>
            <a:endParaRPr lang="en-US" sz="2800" dirty="0">
              <a:latin typeface="Cambria" pitchFamily="18" charset="0"/>
            </a:endParaRPr>
          </a:p>
        </p:txBody>
      </p:sp>
      <p:pic>
        <p:nvPicPr>
          <p:cNvPr id="6" name="Picture 5">
            <a:extLst>
              <a:ext uri="{FF2B5EF4-FFF2-40B4-BE49-F238E27FC236}">
                <a16:creationId xmlns:a16="http://schemas.microsoft.com/office/drawing/2014/main" id="{A97748DB-9AD4-6443-9298-3AB262536F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60550" y="29279594"/>
            <a:ext cx="9525000" cy="2648206"/>
          </a:xfrm>
          <a:prstGeom prst="rect">
            <a:avLst/>
          </a:prstGeom>
        </p:spPr>
      </p:pic>
      <p:pic>
        <p:nvPicPr>
          <p:cNvPr id="7" name="Picture 6">
            <a:extLst>
              <a:ext uri="{FF2B5EF4-FFF2-40B4-BE49-F238E27FC236}">
                <a16:creationId xmlns:a16="http://schemas.microsoft.com/office/drawing/2014/main" id="{D669BF90-D0A8-BE45-D83D-0BC95D8CAC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275050" y="21742548"/>
            <a:ext cx="6096000" cy="6096000"/>
          </a:xfrm>
          <a:prstGeom prst="rect">
            <a:avLst/>
          </a:prstGeom>
        </p:spPr>
      </p:pic>
      <p:sp>
        <p:nvSpPr>
          <p:cNvPr id="13" name="TextBox 12">
            <a:extLst>
              <a:ext uri="{FF2B5EF4-FFF2-40B4-BE49-F238E27FC236}">
                <a16:creationId xmlns:a16="http://schemas.microsoft.com/office/drawing/2014/main" id="{7C4EEB44-996E-2F34-09DD-A117ABC69396}"/>
              </a:ext>
            </a:extLst>
          </p:cNvPr>
          <p:cNvSpPr txBox="1"/>
          <p:nvPr/>
        </p:nvSpPr>
        <p:spPr>
          <a:xfrm>
            <a:off x="32513182" y="13589484"/>
            <a:ext cx="9197050" cy="5693866"/>
          </a:xfrm>
          <a:prstGeom prst="rect">
            <a:avLst/>
          </a:prstGeom>
          <a:noFill/>
        </p:spPr>
        <p:txBody>
          <a:bodyPr wrap="square" rtlCol="0">
            <a:spAutoFit/>
          </a:bodyPr>
          <a:lstStyle/>
          <a:p>
            <a:pPr algn="ctr">
              <a:lnSpc>
                <a:spcPct val="200000"/>
              </a:lnSpc>
            </a:pPr>
            <a:r>
              <a:rPr lang="en-US" sz="2800" b="1" dirty="0"/>
              <a:t>Shane Bennett </a:t>
            </a:r>
            <a:r>
              <a:rPr lang="en-US" sz="2800" dirty="0"/>
              <a:t>– Business Intelligence Analyst</a:t>
            </a:r>
          </a:p>
          <a:p>
            <a:pPr algn="ctr">
              <a:lnSpc>
                <a:spcPct val="200000"/>
              </a:lnSpc>
            </a:pPr>
            <a:r>
              <a:rPr lang="en-US" sz="2800" b="1" dirty="0"/>
              <a:t>Courtney Cole </a:t>
            </a:r>
            <a:r>
              <a:rPr lang="en-US" sz="2800" dirty="0"/>
              <a:t>– Knowledge Management Director</a:t>
            </a:r>
          </a:p>
          <a:p>
            <a:pPr algn="ctr">
              <a:lnSpc>
                <a:spcPct val="200000"/>
              </a:lnSpc>
            </a:pPr>
            <a:r>
              <a:rPr lang="en-US" sz="2800" b="1" dirty="0"/>
              <a:t>Jackie Matassa </a:t>
            </a:r>
            <a:r>
              <a:rPr lang="en-US" sz="2800" dirty="0"/>
              <a:t>– Project/Product Management Director</a:t>
            </a:r>
          </a:p>
          <a:p>
            <a:pPr algn="ctr">
              <a:lnSpc>
                <a:spcPct val="200000"/>
              </a:lnSpc>
            </a:pPr>
            <a:r>
              <a:rPr lang="en-US" sz="2800" b="1" dirty="0"/>
              <a:t>Devante Norris </a:t>
            </a:r>
            <a:r>
              <a:rPr lang="en-US" sz="2800" dirty="0"/>
              <a:t>– Business Intelligence Analyst</a:t>
            </a:r>
          </a:p>
          <a:p>
            <a:pPr algn="ctr">
              <a:lnSpc>
                <a:spcPct val="200000"/>
              </a:lnSpc>
            </a:pPr>
            <a:r>
              <a:rPr lang="en-US" sz="2800" b="1" dirty="0"/>
              <a:t>Bethany Johnson </a:t>
            </a:r>
            <a:r>
              <a:rPr lang="en-US" sz="2800" dirty="0"/>
              <a:t>– Strategic Planning Director</a:t>
            </a:r>
          </a:p>
          <a:p>
            <a:pPr algn="ctr">
              <a:lnSpc>
                <a:spcPct val="200000"/>
              </a:lnSpc>
            </a:pPr>
            <a:r>
              <a:rPr lang="en-US" sz="2800" b="1" dirty="0"/>
              <a:t>Kate Mahone </a:t>
            </a:r>
            <a:r>
              <a:rPr lang="en-US" sz="2800" dirty="0"/>
              <a:t>– Lead Project/Program Manager</a:t>
            </a:r>
          </a:p>
          <a:p>
            <a:pPr algn="ctr"/>
            <a:endParaRPr lang="en-US" sz="2800" dirty="0"/>
          </a:p>
        </p:txBody>
      </p:sp>
      <p:pic>
        <p:nvPicPr>
          <p:cNvPr id="20" name="Picture 19">
            <a:extLst>
              <a:ext uri="{FF2B5EF4-FFF2-40B4-BE49-F238E27FC236}">
                <a16:creationId xmlns:a16="http://schemas.microsoft.com/office/drawing/2014/main" id="{D008A083-8B46-F915-6446-EC22A82526DA}"/>
              </a:ext>
            </a:extLst>
          </p:cNvPr>
          <p:cNvPicPr>
            <a:picLocks noChangeAspect="1"/>
          </p:cNvPicPr>
          <p:nvPr/>
        </p:nvPicPr>
        <p:blipFill>
          <a:blip r:embed="rId6"/>
          <a:stretch>
            <a:fillRect/>
          </a:stretch>
        </p:blipFill>
        <p:spPr>
          <a:xfrm>
            <a:off x="2017250" y="21520465"/>
            <a:ext cx="9529100" cy="4919093"/>
          </a:xfrm>
          <a:prstGeom prst="rect">
            <a:avLst/>
          </a:prstGeom>
        </p:spPr>
      </p:pic>
      <p:pic>
        <p:nvPicPr>
          <p:cNvPr id="3" name="Picture 2">
            <a:extLst>
              <a:ext uri="{FF2B5EF4-FFF2-40B4-BE49-F238E27FC236}">
                <a16:creationId xmlns:a16="http://schemas.microsoft.com/office/drawing/2014/main" id="{FC94CD7C-FB19-FA8C-4564-26956DED6F6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01850" y="24535226"/>
            <a:ext cx="14363700" cy="6606644"/>
          </a:xfrm>
          <a:prstGeom prst="rect">
            <a:avLst/>
          </a:prstGeom>
        </p:spPr>
      </p:pic>
      <p:pic>
        <p:nvPicPr>
          <p:cNvPr id="44" name="Audio 43">
            <a:hlinkClick r:id="" action="ppaction://media"/>
            <a:extLst>
              <a:ext uri="{FF2B5EF4-FFF2-40B4-BE49-F238E27FC236}">
                <a16:creationId xmlns:a16="http://schemas.microsoft.com/office/drawing/2014/main" id="{475D5E18-F9C7-5964-1B92-B06D8C74B09C}"/>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963159" t="-963159" r="-963159" b="-963159"/>
          <a:stretch>
            <a:fillRect/>
          </a:stretch>
        </p:blipFill>
        <p:spPr>
          <a:xfrm>
            <a:off x="33620659" y="22647859"/>
            <a:ext cx="9875520" cy="9875520"/>
          </a:xfrm>
          <a:prstGeom prst="ellipse">
            <a:avLst/>
          </a:prstGeom>
        </p:spPr>
      </p:pic>
    </p:spTree>
    <p:extLst>
      <p:ext uri="{BB962C8B-B14F-4D97-AF65-F5344CB8AC3E}">
        <p14:creationId xmlns:p14="http://schemas.microsoft.com/office/powerpoint/2010/main" val="1860941145"/>
      </p:ext>
    </p:extLst>
  </p:cSld>
  <p:clrMapOvr>
    <a:masterClrMapping/>
  </p:clrMapOvr>
  <mc:AlternateContent xmlns:mc="http://schemas.openxmlformats.org/markup-compatibility/2006">
    <mc:Choice xmlns:p14="http://schemas.microsoft.com/office/powerpoint/2010/main" Requires="p14">
      <p:transition spd="slow" p14:dur="2000" advTm="152223"/>
    </mc:Choice>
    <mc:Fallback>
      <p:transition spd="slow" advTm="1522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4"/>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1987</TotalTime>
  <Words>607</Words>
  <Application>Microsoft Office PowerPoint</Application>
  <PresentationFormat>Custom</PresentationFormat>
  <Paragraphs>40</Paragraphs>
  <Slides>1</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vt:lpstr>
      <vt:lpstr>Wingdings</vt:lpstr>
      <vt:lpstr>Office Theme</vt:lpstr>
      <vt:lpstr>PowerPoint Presentation</vt:lpstr>
    </vt:vector>
  </TitlesOfParts>
  <Company>Southern Polytechnic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 Peltsverger</dc:creator>
  <cp:lastModifiedBy>Amanda Giddings</cp:lastModifiedBy>
  <cp:revision>28</cp:revision>
  <cp:lastPrinted>2016-11-09T20:01:41Z</cp:lastPrinted>
  <dcterms:created xsi:type="dcterms:W3CDTF">2016-11-07T21:59:10Z</dcterms:created>
  <dcterms:modified xsi:type="dcterms:W3CDTF">2026-07-18T03:15:24Z</dcterms:modified>
</cp:coreProperties>
</file>